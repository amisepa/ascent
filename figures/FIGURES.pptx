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598"/>
  </p:normalViewPr>
  <p:slideViewPr>
    <p:cSldViewPr snapToGrid="0">
      <p:cViewPr varScale="1">
        <p:scale>
          <a:sx n="104" d="100"/>
          <a:sy n="104" d="100"/>
        </p:scale>
        <p:origin x="232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76256-D4E7-4985-9CFE-157C1D30C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1BEEDE-9BBA-7C4A-6406-1D7E1BF22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1EF43-120D-6916-49CD-2DD13C05F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062A3-D9B4-9C49-8A0A-A1736D741080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0EF0E-07C7-A5CC-0CAF-9AF676B25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28F2F-A792-83E1-9B98-D499652D9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5352-0F79-1C4E-9122-1E8A35676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697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8BF23-5B4A-2788-6DF1-E626A108A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D3B15-BDB1-9355-6BCE-B08805319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CDECF-12BC-6640-98EA-9116F812D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062A3-D9B4-9C49-8A0A-A1736D741080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CF9A2-1B6B-3A14-770C-C30A8077C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CC769-31B1-E621-C03F-CF281ACA6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5352-0F79-1C4E-9122-1E8A35676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365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89E04-89E0-831B-1AA0-506B87093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28DE5-EDB0-6638-8FE7-30A9EED8F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0325E-B9DD-023C-937D-B18A02746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062A3-D9B4-9C49-8A0A-A1736D741080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D320C-27C9-B27A-6443-D74AB6AFB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1B49E-6A64-2BD7-3455-ADA5446BF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5352-0F79-1C4E-9122-1E8A35676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515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0CE2-E37D-2859-7E56-07E4E43CC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4E322-A37E-ED54-091A-F9067E73DF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59775-87EB-1A69-D39C-1ECA3AD35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6168D5-71F9-4F97-F225-4E1072A53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062A3-D9B4-9C49-8A0A-A1736D741080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2F508B-78DC-828E-7C4E-C0FE7B1F6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70293-DB3D-CC22-FBB0-22A0AAA0F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5352-0F79-1C4E-9122-1E8A35676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037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6199C-7692-C745-3C47-2672A763A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D5CFC-0D05-BBA6-A603-65A7FEB80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9AFC6-614C-3191-E0C2-12697EADF8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1D1272-5CF2-8082-D804-EF8EABBB5C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45874A-A05D-190A-9111-513403FC1E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831EF6-748A-6FB8-1332-42C8F83E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062A3-D9B4-9C49-8A0A-A1736D741080}" type="datetimeFigureOut">
              <a:rPr lang="en-US" smtClean="0"/>
              <a:t>10/6/25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4B9FD6-FF2E-8376-BA83-F0AF82D8E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74377C-8245-A7E6-0F43-FBD943575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5352-0F79-1C4E-9122-1E8A35676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69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F8CDA-0E0C-AC76-B98F-F6F406175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A5632B-75DE-DA09-4001-0004B0BDD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062A3-D9B4-9C49-8A0A-A1736D741080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58DAED-76C4-9457-09B8-F0948300E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AE29F5-4E6E-D50A-BA07-398E98735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5352-0F79-1C4E-9122-1E8A35676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967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7AFA76-1FD3-7F7F-BE34-295241DD1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062A3-D9B4-9C49-8A0A-A1736D741080}" type="datetimeFigureOut">
              <a:rPr lang="en-US" smtClean="0"/>
              <a:t>10/6/25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B4973D-9AE9-029F-C35E-3EFA74326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53926-67C9-A365-C83F-AAB4D425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5352-0F79-1C4E-9122-1E8A35676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865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2C35C-F177-66AB-446C-8D41555C0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94A25-DF35-DE06-2028-CD974969E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13A77-A1A3-A8D2-3A9A-9DAFBAC4D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14E8D0-62F0-BABA-6C1E-0FB84707B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062A3-D9B4-9C49-8A0A-A1736D741080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DA92F3-5AA1-9934-D1BC-B8CF901B4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AD460-9FCA-9DA3-9C72-E76CB0E27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5352-0F79-1C4E-9122-1E8A35676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079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59AC6-8EE5-B98B-B687-ADDBCF120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94A719-F6C7-E7FF-AC81-A7C3AD0E5A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346711-99E4-5D33-714A-BCF0AC51D6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259557-5811-A719-3E9A-4A5EF58B0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062A3-D9B4-9C49-8A0A-A1736D741080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6C704-8E15-3537-A09C-79ACE388F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E7D4BF-39DA-3560-CD44-C0FADA1C0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5352-0F79-1C4E-9122-1E8A35676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34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C94EA-0837-7858-7287-D0767C9D8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FDD386-7272-80CE-B1BB-B9961C061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B8FB2-2F2A-5015-D232-1547AC6DD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062A3-D9B4-9C49-8A0A-A1736D741080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2A610-F590-0763-E790-20BE74167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BE8AC-38B8-EBCB-B8E2-7885FD09D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5352-0F79-1C4E-9122-1E8A35676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00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0C1B33-38E7-E70E-FDF7-CCBFE64E52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8B0894-4A74-E407-4506-E72055A3B2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786-EBB9-D5CC-0F17-3F0F65010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062A3-D9B4-9C49-8A0A-A1736D741080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0C720-5C4C-124D-E64E-65566AF02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2889B-7E97-CB97-12A2-DC7FCFD88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5352-0F79-1C4E-9122-1E8A35676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816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52FB9A-2DA0-B170-C8F7-B6274638D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D40AF-FE61-3E6E-470A-38F68F68D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ED906-C886-921A-E941-C186CC7264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3062A3-D9B4-9C49-8A0A-A1736D741080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E4274-3A92-177A-6136-F818127A8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EEB4A-0C5D-F925-AE26-8B19857DEF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CD5352-0F79-1C4E-9122-1E8A35676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605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different types of objects with Ice hockey rink in the background&#10;&#10;AI-generated content may be incorrect.">
            <a:extLst>
              <a:ext uri="{FF2B5EF4-FFF2-40B4-BE49-F238E27FC236}">
                <a16:creationId xmlns:a16="http://schemas.microsoft.com/office/drawing/2014/main" id="{42F98B71-2A50-CD57-978F-09D72D9AC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770" y="848509"/>
            <a:ext cx="7772400" cy="469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692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red and white lines&#10;&#10;AI-generated content may be incorrect.">
            <a:extLst>
              <a:ext uri="{FF2B5EF4-FFF2-40B4-BE49-F238E27FC236}">
                <a16:creationId xmlns:a16="http://schemas.microsoft.com/office/drawing/2014/main" id="{42340338-0ED2-58AE-0974-F6D627B8B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1" y="342900"/>
            <a:ext cx="3029185" cy="1828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4938F8-FCC6-BE65-E009-710ABB4184D7}"/>
              </a:ext>
            </a:extLst>
          </p:cNvPr>
          <p:cNvSpPr txBox="1"/>
          <p:nvPr/>
        </p:nvSpPr>
        <p:spPr>
          <a:xfrm>
            <a:off x="2495774" y="6357769"/>
            <a:ext cx="1502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Coarsing</a:t>
            </a:r>
            <a:r>
              <a:rPr lang="en-US" dirty="0"/>
              <a:t>: std</a:t>
            </a:r>
          </a:p>
        </p:txBody>
      </p:sp>
    </p:spTree>
    <p:extLst>
      <p:ext uri="{BB962C8B-B14F-4D97-AF65-F5344CB8AC3E}">
        <p14:creationId xmlns:p14="http://schemas.microsoft.com/office/powerpoint/2010/main" val="2948164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3</Words>
  <Application>Microsoft Macintosh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Cedric Cannard</dc:creator>
  <cp:lastModifiedBy>Cedric Cannard</cp:lastModifiedBy>
  <cp:revision>2</cp:revision>
  <dcterms:created xsi:type="dcterms:W3CDTF">2025-10-06T21:06:51Z</dcterms:created>
  <dcterms:modified xsi:type="dcterms:W3CDTF">2025-10-06T23:20:21Z</dcterms:modified>
</cp:coreProperties>
</file>