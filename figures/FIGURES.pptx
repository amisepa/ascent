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37"/>
    <p:restoredTop sz="94598"/>
  </p:normalViewPr>
  <p:slideViewPr>
    <p:cSldViewPr snapToGrid="0">
      <p:cViewPr>
        <p:scale>
          <a:sx n="150" d="100"/>
          <a:sy n="150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6256-D4E7-4985-9CFE-157C1D30C9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BEEDE-9BBA-7C4A-6406-1D7E1BF222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EF43-120D-6916-49CD-2DD13C05F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0EF0E-07C7-A5CC-0CAF-9AF676B25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28F2F-A792-83E1-9B98-D499652D9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697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8BF23-5B4A-2788-6DF1-E626A108A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D3B15-BDB1-9355-6BCE-B08805319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CDECF-12BC-6640-98EA-9116F812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CF9A2-1B6B-3A14-770C-C30A8077C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CC769-31B1-E621-C03F-CF281ACA6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65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89E04-89E0-831B-1AA0-506B87093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28DE5-EDB0-6638-8FE7-30A9EED8F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40325E-B9DD-023C-937D-B18A0274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D320C-27C9-B27A-6443-D74AB6AF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1B49E-6A64-2BD7-3455-ADA5446BF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515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50CE2-E37D-2859-7E56-07E4E43CC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4E322-A37E-ED54-091A-F9067E73DF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F59775-87EB-1A69-D39C-1ECA3AD356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168D5-71F9-4F97-F225-4E1072A53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2F508B-78DC-828E-7C4E-C0FE7B1F6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70293-DB3D-CC22-FBB0-22A0AAA0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37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6199C-7692-C745-3C47-2672A763A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D5CFC-0D05-BBA6-A603-65A7FEB80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9AFC6-614C-3191-E0C2-12697EADF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1D1272-5CF2-8082-D804-EF8EABBB5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45874A-A05D-190A-9111-513403FC1E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831EF6-748A-6FB8-1332-42C8F83E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4B9FD6-FF2E-8376-BA83-F0AF82D8E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4377C-8245-A7E6-0F43-FBD943575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69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F8CDA-0E0C-AC76-B98F-F6F406175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A5632B-75DE-DA09-4001-0004B0BD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8DAED-76C4-9457-09B8-F0948300E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AE29F5-4E6E-D50A-BA07-398E98735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67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7AFA76-1FD3-7F7F-BE34-295241DD1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4973D-9AE9-029F-C35E-3EFA74326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53926-67C9-A365-C83F-AAB4D425A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865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2C35C-F177-66AB-446C-8D41555C0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94A25-DF35-DE06-2028-CD974969E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13A77-A1A3-A8D2-3A9A-9DAFBAC4D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4E8D0-62F0-BABA-6C1E-0FB84707B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DA92F3-5AA1-9934-D1BC-B8CF901B4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2AD460-9FCA-9DA3-9C72-E76CB0E27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07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59AC6-8EE5-B98B-B687-ADDBCF120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94A719-F6C7-E7FF-AC81-A7C3AD0E5A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346711-99E4-5D33-714A-BCF0AC51D6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59557-5811-A719-3E9A-4A5EF58B0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6C704-8E15-3537-A09C-79ACE388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7D4BF-39DA-3560-CD44-C0FADA1C0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3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C94EA-0837-7858-7287-D0767C9D8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FDD386-7272-80CE-B1BB-B9961C061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B8FB2-2F2A-5015-D232-1547AC6DD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52A610-F590-0763-E790-20BE74167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BE8AC-38B8-EBCB-B8E2-7885FD09D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00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0C1B33-38E7-E70E-FDF7-CCBFE64E52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8B0894-4A74-E407-4506-E72055A3B2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786-EBB9-D5CC-0F17-3F0F65010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0C720-5C4C-124D-E64E-65566AF02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2889B-7E97-CB97-12A2-DC7FCFD88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816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52FB9A-2DA0-B170-C8F7-B6274638D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D40AF-FE61-3E6E-470A-38F68F68D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ED906-C886-921A-E941-C186CC7264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062A3-D9B4-9C49-8A0A-A1736D741080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E4274-3A92-177A-6136-F818127A8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EEB4A-0C5D-F925-AE26-8B19857DEF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D5352-0F79-1C4E-9122-1E8A35676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0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4B772C5-6419-006A-35A4-6A8860975FEB}"/>
              </a:ext>
            </a:extLst>
          </p:cNvPr>
          <p:cNvGrpSpPr/>
          <p:nvPr/>
        </p:nvGrpSpPr>
        <p:grpSpPr>
          <a:xfrm>
            <a:off x="1168400" y="482599"/>
            <a:ext cx="6372437" cy="5029201"/>
            <a:chOff x="1168400" y="482599"/>
            <a:chExt cx="6372437" cy="502920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DE4BA2F0-6623-FC5B-7B20-292D0F82B166}"/>
                </a:ext>
              </a:extLst>
            </p:cNvPr>
            <p:cNvSpPr/>
            <p:nvPr/>
          </p:nvSpPr>
          <p:spPr>
            <a:xfrm>
              <a:off x="1168400" y="482599"/>
              <a:ext cx="6372437" cy="502920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 descr="A diagram of different types of objects with Ice hockey rink in the background&#10;&#10;AI-generated content may be incorrect.">
              <a:extLst>
                <a:ext uri="{FF2B5EF4-FFF2-40B4-BE49-F238E27FC236}">
                  <a16:creationId xmlns:a16="http://schemas.microsoft.com/office/drawing/2014/main" id="{42F98B71-2A50-CD57-978F-09D72D9AC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8012" t="1783" r="7587" b="7640"/>
            <a:stretch>
              <a:fillRect/>
            </a:stretch>
          </p:blipFill>
          <p:spPr>
            <a:xfrm>
              <a:off x="1380066" y="872065"/>
              <a:ext cx="5782735" cy="42502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28692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B5DD8526-35DF-BE1D-41F8-4A81CDAA70F3}"/>
              </a:ext>
            </a:extLst>
          </p:cNvPr>
          <p:cNvGrpSpPr/>
          <p:nvPr/>
        </p:nvGrpSpPr>
        <p:grpSpPr>
          <a:xfrm>
            <a:off x="203200" y="435700"/>
            <a:ext cx="8966200" cy="5088466"/>
            <a:chOff x="203200" y="237067"/>
            <a:chExt cx="8966200" cy="5088466"/>
          </a:xfrm>
        </p:grpSpPr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B2FC92A2-9BD6-FB0F-FC98-B1F08FB260E9}"/>
                </a:ext>
              </a:extLst>
            </p:cNvPr>
            <p:cNvSpPr/>
            <p:nvPr/>
          </p:nvSpPr>
          <p:spPr>
            <a:xfrm>
              <a:off x="203200" y="237067"/>
              <a:ext cx="8966200" cy="50884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934853E-E174-8AA8-4879-9217F236CF32}"/>
                </a:ext>
              </a:extLst>
            </p:cNvPr>
            <p:cNvGrpSpPr/>
            <p:nvPr/>
          </p:nvGrpSpPr>
          <p:grpSpPr>
            <a:xfrm>
              <a:off x="340784" y="508456"/>
              <a:ext cx="8643523" cy="4341643"/>
              <a:chOff x="340784" y="508456"/>
              <a:chExt cx="8643523" cy="4341643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0E52D28-0530-01BA-832C-79C7F59C204F}"/>
                  </a:ext>
                </a:extLst>
              </p:cNvPr>
              <p:cNvSpPr txBox="1"/>
              <p:nvPr/>
            </p:nvSpPr>
            <p:spPr>
              <a:xfrm>
                <a:off x="3054381" y="2518832"/>
                <a:ext cx="38985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/>
                  <a:t>MSE</a:t>
                </a:r>
              </a:p>
            </p:txBody>
          </p:sp>
          <p:pic>
            <p:nvPicPr>
              <p:cNvPr id="4" name="Picture 3" descr="A graph with red and white lines&#10;&#10;AI-generated content may be incorrect.">
                <a:extLst>
                  <a:ext uri="{FF2B5EF4-FFF2-40B4-BE49-F238E27FC236}">
                    <a16:creationId xmlns:a16="http://schemas.microsoft.com/office/drawing/2014/main" id="{FB5C3193-2E18-4C28-70AE-821C553742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768581" y="723900"/>
                <a:ext cx="3029185" cy="1828800"/>
              </a:xfrm>
              <a:prstGeom prst="rect">
                <a:avLst/>
              </a:prstGeom>
            </p:spPr>
          </p:pic>
          <p:pic>
            <p:nvPicPr>
              <p:cNvPr id="8" name="Picture 7" descr="A graph with red and white stripes&#10;&#10;AI-generated content may be incorrect.">
                <a:extLst>
                  <a:ext uri="{FF2B5EF4-FFF2-40B4-BE49-F238E27FC236}">
                    <a16:creationId xmlns:a16="http://schemas.microsoft.com/office/drawing/2014/main" id="{C945C8BC-4DB2-5713-4D38-26D0D8DA79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3898" y="723900"/>
                <a:ext cx="3029185" cy="1828800"/>
              </a:xfrm>
              <a:prstGeom prst="rect">
                <a:avLst/>
              </a:prstGeom>
            </p:spPr>
          </p:pic>
          <p:pic>
            <p:nvPicPr>
              <p:cNvPr id="10" name="Picture 9" descr="A red and white graph&#10;&#10;AI-generated content may be incorrect.">
                <a:extLst>
                  <a:ext uri="{FF2B5EF4-FFF2-40B4-BE49-F238E27FC236}">
                    <a16:creationId xmlns:a16="http://schemas.microsoft.com/office/drawing/2014/main" id="{78D23DDD-1EA5-FF25-B217-5910774A54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56388" y="2884333"/>
                <a:ext cx="3029185" cy="1828800"/>
              </a:xfrm>
              <a:prstGeom prst="rect">
                <a:avLst/>
              </a:prstGeom>
            </p:spPr>
          </p:pic>
          <p:pic>
            <p:nvPicPr>
              <p:cNvPr id="12" name="Picture 11" descr="A graph with red and white stripes&#10;&#10;AI-generated content may be incorrect.">
                <a:extLst>
                  <a:ext uri="{FF2B5EF4-FFF2-40B4-BE49-F238E27FC236}">
                    <a16:creationId xmlns:a16="http://schemas.microsoft.com/office/drawing/2014/main" id="{807820F2-50AD-BF2B-4809-3C2E10ADD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73898" y="2884333"/>
                <a:ext cx="3029185" cy="1828800"/>
              </a:xfrm>
              <a:prstGeom prst="rect">
                <a:avLst/>
              </a:prstGeom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B4CE92-0B11-558C-0F9C-8784AB09E6C3}"/>
                  </a:ext>
                </a:extLst>
              </p:cNvPr>
              <p:cNvSpPr txBox="1"/>
              <p:nvPr/>
            </p:nvSpPr>
            <p:spPr>
              <a:xfrm>
                <a:off x="3008089" y="4634655"/>
                <a:ext cx="48122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 err="1"/>
                  <a:t>mMSE</a:t>
                </a:r>
                <a:endParaRPr lang="en-US" sz="800" b="1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77ADB1-C568-DDD8-AC56-989CBE6B57A6}"/>
                  </a:ext>
                </a:extLst>
              </p:cNvPr>
              <p:cNvSpPr txBox="1"/>
              <p:nvPr/>
            </p:nvSpPr>
            <p:spPr>
              <a:xfrm>
                <a:off x="5871891" y="2520723"/>
                <a:ext cx="38985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/>
                  <a:t>MFE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B059AA8-CC3B-0D88-3803-05CEA81FB0BB}"/>
                  </a:ext>
                </a:extLst>
              </p:cNvPr>
              <p:cNvSpPr txBox="1"/>
              <p:nvPr/>
            </p:nvSpPr>
            <p:spPr>
              <a:xfrm>
                <a:off x="5802732" y="4634655"/>
                <a:ext cx="521297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/>
                  <a:t>RCMFE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2B3714-305B-A373-BC26-A038ACDDDCF7}"/>
                  </a:ext>
                </a:extLst>
              </p:cNvPr>
              <p:cNvSpPr txBox="1"/>
              <p:nvPr/>
            </p:nvSpPr>
            <p:spPr>
              <a:xfrm>
                <a:off x="3826015" y="508456"/>
                <a:ext cx="1919115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b="1" dirty="0" err="1"/>
                  <a:t>Coarsing</a:t>
                </a:r>
                <a:r>
                  <a:rPr lang="en-US" sz="800" b="1" dirty="0"/>
                  <a:t> method: standard deviation</a:t>
                </a:r>
              </a:p>
            </p:txBody>
          </p:sp>
          <p:pic>
            <p:nvPicPr>
              <p:cNvPr id="21" name="Picture 20" descr="A graph showing a green line&#10;&#10;AI-generated content may be incorrect.">
                <a:extLst>
                  <a:ext uri="{FF2B5EF4-FFF2-40B4-BE49-F238E27FC236}">
                    <a16:creationId xmlns:a16="http://schemas.microsoft.com/office/drawing/2014/main" id="{A0EFFCBB-3027-D79A-02AA-928C1828B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469714" y="3917266"/>
                <a:ext cx="1514593" cy="914400"/>
              </a:xfrm>
              <a:prstGeom prst="rect">
                <a:avLst/>
              </a:prstGeom>
            </p:spPr>
          </p:pic>
          <p:pic>
            <p:nvPicPr>
              <p:cNvPr id="23" name="Picture 22" descr="A diagram of a scale factor&#10;&#10;AI-generated content may be incorrect.">
                <a:extLst>
                  <a:ext uri="{FF2B5EF4-FFF2-40B4-BE49-F238E27FC236}">
                    <a16:creationId xmlns:a16="http://schemas.microsoft.com/office/drawing/2014/main" id="{2CA27FA9-D109-EC7D-E353-7902E58686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69714" y="3002866"/>
                <a:ext cx="1514593" cy="914400"/>
              </a:xfrm>
              <a:prstGeom prst="rect">
                <a:avLst/>
              </a:prstGeom>
            </p:spPr>
          </p:pic>
          <p:pic>
            <p:nvPicPr>
              <p:cNvPr id="25" name="Picture 24" descr="A diagram of a scale factor&#10;&#10;AI-generated content may be incorrect.">
                <a:extLst>
                  <a:ext uri="{FF2B5EF4-FFF2-40B4-BE49-F238E27FC236}">
                    <a16:creationId xmlns:a16="http://schemas.microsoft.com/office/drawing/2014/main" id="{AD5AC3D7-94B0-0B09-D435-9E08BE70C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0784" y="700426"/>
                <a:ext cx="1514593" cy="914400"/>
              </a:xfrm>
              <a:prstGeom prst="rect">
                <a:avLst/>
              </a:prstGeom>
            </p:spPr>
          </p:pic>
          <p:pic>
            <p:nvPicPr>
              <p:cNvPr id="27" name="Picture 26" descr="A graph showing a green line&#10;&#10;AI-generated content may be incorrect.">
                <a:extLst>
                  <a:ext uri="{FF2B5EF4-FFF2-40B4-BE49-F238E27FC236}">
                    <a16:creationId xmlns:a16="http://schemas.microsoft.com/office/drawing/2014/main" id="{056E9511-0679-492A-322E-0010BE6A19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40784" y="1518929"/>
                <a:ext cx="1514593" cy="914400"/>
              </a:xfrm>
              <a:prstGeom prst="rect">
                <a:avLst/>
              </a:prstGeom>
            </p:spPr>
          </p:pic>
          <p:pic>
            <p:nvPicPr>
              <p:cNvPr id="29" name="Picture 28" descr="A diagram of a cluster&#10;&#10;AI-generated content may be incorrect.">
                <a:extLst>
                  <a:ext uri="{FF2B5EF4-FFF2-40B4-BE49-F238E27FC236}">
                    <a16:creationId xmlns:a16="http://schemas.microsoft.com/office/drawing/2014/main" id="{6F2AAF61-7B05-7CFB-5EA8-A7A3F43A8D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0961" y="2980230"/>
                <a:ext cx="1514593" cy="914400"/>
              </a:xfrm>
              <a:prstGeom prst="rect">
                <a:avLst/>
              </a:prstGeom>
            </p:spPr>
          </p:pic>
          <p:pic>
            <p:nvPicPr>
              <p:cNvPr id="31" name="Picture 30" descr="A green line graph with numbers and a black line&#10;&#10;AI-generated content may be incorrect.">
                <a:extLst>
                  <a:ext uri="{FF2B5EF4-FFF2-40B4-BE49-F238E27FC236}">
                    <a16:creationId xmlns:a16="http://schemas.microsoft.com/office/drawing/2014/main" id="{D4170E40-8659-8534-59A7-3D7D5A7C91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4675" y="3818482"/>
                <a:ext cx="1514593" cy="914400"/>
              </a:xfrm>
              <a:prstGeom prst="rect">
                <a:avLst/>
              </a:prstGeom>
            </p:spPr>
          </p:pic>
          <p:pic>
            <p:nvPicPr>
              <p:cNvPr id="35" name="Picture 34" descr="A diagram of a planet&#10;&#10;AI-generated content may be incorrect.">
                <a:extLst>
                  <a:ext uri="{FF2B5EF4-FFF2-40B4-BE49-F238E27FC236}">
                    <a16:creationId xmlns:a16="http://schemas.microsoft.com/office/drawing/2014/main" id="{3D5DBE70-CFF8-1A44-A060-B97B3DEFD3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394236" y="676200"/>
                <a:ext cx="1514593" cy="914400"/>
              </a:xfrm>
              <a:prstGeom prst="rect">
                <a:avLst/>
              </a:prstGeom>
            </p:spPr>
          </p:pic>
          <p:pic>
            <p:nvPicPr>
              <p:cNvPr id="37" name="Picture 36" descr="A graph showing a curve&#10;&#10;AI-generated content may be incorrect.">
                <a:extLst>
                  <a:ext uri="{FF2B5EF4-FFF2-40B4-BE49-F238E27FC236}">
                    <a16:creationId xmlns:a16="http://schemas.microsoft.com/office/drawing/2014/main" id="{47B4D663-A9F0-D9B8-CCAE-CEE4E45856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469714" y="1520560"/>
                <a:ext cx="1514593" cy="914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94816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9837D-C764-6911-BDF2-7695F1437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CC7E8CF-9458-9898-D9CE-A516F62ECD0E}"/>
              </a:ext>
            </a:extLst>
          </p:cNvPr>
          <p:cNvGrpSpPr/>
          <p:nvPr/>
        </p:nvGrpSpPr>
        <p:grpSpPr>
          <a:xfrm>
            <a:off x="440267" y="338667"/>
            <a:ext cx="8949266" cy="4754871"/>
            <a:chOff x="59267" y="397933"/>
            <a:chExt cx="8949266" cy="475487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A0A6FF83-5F2B-0D9A-D972-62F0B63499E7}"/>
                </a:ext>
              </a:extLst>
            </p:cNvPr>
            <p:cNvSpPr/>
            <p:nvPr/>
          </p:nvSpPr>
          <p:spPr>
            <a:xfrm>
              <a:off x="59267" y="397933"/>
              <a:ext cx="8949266" cy="475487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8BCE681-3B8A-C979-27EE-BB3BB33E211B}"/>
                </a:ext>
              </a:extLst>
            </p:cNvPr>
            <p:cNvSpPr txBox="1"/>
            <p:nvPr/>
          </p:nvSpPr>
          <p:spPr>
            <a:xfrm>
              <a:off x="2839362" y="2552579"/>
              <a:ext cx="3898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/>
                <a:t>MSE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5FA97BD-451D-2C76-0A16-43A1EEC34AA5}"/>
                </a:ext>
              </a:extLst>
            </p:cNvPr>
            <p:cNvSpPr txBox="1"/>
            <p:nvPr/>
          </p:nvSpPr>
          <p:spPr>
            <a:xfrm>
              <a:off x="2763058" y="4678235"/>
              <a:ext cx="48122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 err="1"/>
                <a:t>mMSE</a:t>
              </a:r>
              <a:endParaRPr lang="en-US" sz="8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BFEEBE-C074-86B0-0828-0CECB225C64B}"/>
                </a:ext>
              </a:extLst>
            </p:cNvPr>
            <p:cNvSpPr txBox="1"/>
            <p:nvPr/>
          </p:nvSpPr>
          <p:spPr>
            <a:xfrm>
              <a:off x="5706150" y="2552579"/>
              <a:ext cx="3898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/>
                <a:t>MFE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4E8965C-A296-A1C6-D2A3-912C6DF6F1CF}"/>
                </a:ext>
              </a:extLst>
            </p:cNvPr>
            <p:cNvSpPr txBox="1"/>
            <p:nvPr/>
          </p:nvSpPr>
          <p:spPr>
            <a:xfrm>
              <a:off x="5654777" y="4678235"/>
              <a:ext cx="521297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/>
                <a:t>RCMFE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638CAE-8D8B-EFF2-FED4-286A7D13C010}"/>
                </a:ext>
              </a:extLst>
            </p:cNvPr>
            <p:cNvSpPr txBox="1"/>
            <p:nvPr/>
          </p:nvSpPr>
          <p:spPr>
            <a:xfrm>
              <a:off x="3749815" y="510610"/>
              <a:ext cx="139333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b="1" dirty="0" err="1"/>
                <a:t>Coarsing</a:t>
              </a:r>
              <a:r>
                <a:rPr lang="en-US" sz="800" b="1" dirty="0"/>
                <a:t> method: median</a:t>
              </a:r>
            </a:p>
          </p:txBody>
        </p:sp>
        <p:pic>
          <p:nvPicPr>
            <p:cNvPr id="5" name="Picture 4" descr="A red and white scale&#10;&#10;AI-generated content may be incorrect.">
              <a:extLst>
                <a:ext uri="{FF2B5EF4-FFF2-40B4-BE49-F238E27FC236}">
                  <a16:creationId xmlns:a16="http://schemas.microsoft.com/office/drawing/2014/main" id="{2326408B-4978-42FC-F237-66BEE3E1F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3188" y="790796"/>
              <a:ext cx="3029185" cy="1828800"/>
            </a:xfrm>
            <a:prstGeom prst="rect">
              <a:avLst/>
            </a:prstGeom>
          </p:spPr>
        </p:pic>
        <p:pic>
          <p:nvPicPr>
            <p:cNvPr id="9" name="Picture 8" descr="A graph with red lines&#10;&#10;AI-generated content may be incorrect.">
              <a:extLst>
                <a:ext uri="{FF2B5EF4-FFF2-40B4-BE49-F238E27FC236}">
                  <a16:creationId xmlns:a16="http://schemas.microsoft.com/office/drawing/2014/main" id="{22BF59AC-5630-4F71-8DA6-2AA5BCC491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53187" y="2916451"/>
              <a:ext cx="3029185" cy="1828800"/>
            </a:xfrm>
            <a:prstGeom prst="rect">
              <a:avLst/>
            </a:prstGeom>
          </p:spPr>
        </p:pic>
        <p:pic>
          <p:nvPicPr>
            <p:cNvPr id="21" name="Picture 20" descr="A red and white scale&#10;&#10;AI-generated content may be incorrect.">
              <a:extLst>
                <a:ext uri="{FF2B5EF4-FFF2-40B4-BE49-F238E27FC236}">
                  <a16:creationId xmlns:a16="http://schemas.microsoft.com/office/drawing/2014/main" id="{2BB23ADB-8F6C-03DC-95C2-F82574045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27183" y="790796"/>
              <a:ext cx="3029185" cy="1828800"/>
            </a:xfrm>
            <a:prstGeom prst="rect">
              <a:avLst/>
            </a:prstGeom>
          </p:spPr>
        </p:pic>
        <p:pic>
          <p:nvPicPr>
            <p:cNvPr id="23" name="Picture 22" descr="A red and white scale&#10;&#10;AI-generated content may be incorrect.">
              <a:extLst>
                <a:ext uri="{FF2B5EF4-FFF2-40B4-BE49-F238E27FC236}">
                  <a16:creationId xmlns:a16="http://schemas.microsoft.com/office/drawing/2014/main" id="{B3B2C6EE-2740-ACCE-419A-832018654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25220" y="2916451"/>
              <a:ext cx="3029185" cy="1828800"/>
            </a:xfrm>
            <a:prstGeom prst="rect">
              <a:avLst/>
            </a:prstGeom>
          </p:spPr>
        </p:pic>
        <p:pic>
          <p:nvPicPr>
            <p:cNvPr id="26" name="Picture 25" descr="A diagram of a scale factor&#10;&#10;AI-generated content may be incorrect.">
              <a:extLst>
                <a:ext uri="{FF2B5EF4-FFF2-40B4-BE49-F238E27FC236}">
                  <a16:creationId xmlns:a16="http://schemas.microsoft.com/office/drawing/2014/main" id="{2D0A3D0A-C0A8-E1C1-E187-19B4296DD07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29452" y="3064878"/>
              <a:ext cx="1514593" cy="914400"/>
            </a:xfrm>
            <a:prstGeom prst="rect">
              <a:avLst/>
            </a:prstGeom>
          </p:spPr>
        </p:pic>
        <p:pic>
          <p:nvPicPr>
            <p:cNvPr id="28" name="Picture 27" descr="A graph showing a green line&#10;&#10;AI-generated content may be incorrect.">
              <a:extLst>
                <a:ext uri="{FF2B5EF4-FFF2-40B4-BE49-F238E27FC236}">
                  <a16:creationId xmlns:a16="http://schemas.microsoft.com/office/drawing/2014/main" id="{567303BE-346C-FC5C-EE90-11A59E4E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04499" y="3979278"/>
              <a:ext cx="1514593" cy="914400"/>
            </a:xfrm>
            <a:prstGeom prst="rect">
              <a:avLst/>
            </a:prstGeom>
          </p:spPr>
        </p:pic>
        <p:pic>
          <p:nvPicPr>
            <p:cNvPr id="30" name="Picture 29" descr="A diagram of a scale factor&#10;&#10;AI-generated content may be incorrect.">
              <a:extLst>
                <a:ext uri="{FF2B5EF4-FFF2-40B4-BE49-F238E27FC236}">
                  <a16:creationId xmlns:a16="http://schemas.microsoft.com/office/drawing/2014/main" id="{8CCDF3D9-8906-F426-15CB-06E970201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87736" y="831501"/>
              <a:ext cx="1514593" cy="914400"/>
            </a:xfrm>
            <a:prstGeom prst="rect">
              <a:avLst/>
            </a:prstGeom>
          </p:spPr>
        </p:pic>
        <p:pic>
          <p:nvPicPr>
            <p:cNvPr id="32" name="Picture 31" descr="A graph showing a green line&#10;&#10;AI-generated content may be incorrect.">
              <a:extLst>
                <a:ext uri="{FF2B5EF4-FFF2-40B4-BE49-F238E27FC236}">
                  <a16:creationId xmlns:a16="http://schemas.microsoft.com/office/drawing/2014/main" id="{B88EC16E-0AAB-29D2-2F46-D36DAF4CA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26954" y="1705196"/>
              <a:ext cx="1514593" cy="914400"/>
            </a:xfrm>
            <a:prstGeom prst="rect">
              <a:avLst/>
            </a:prstGeom>
          </p:spPr>
        </p:pic>
        <p:pic>
          <p:nvPicPr>
            <p:cNvPr id="34" name="Picture 33" descr="A diagram of a cluster&#10;&#10;AI-generated content may be incorrect.">
              <a:extLst>
                <a:ext uri="{FF2B5EF4-FFF2-40B4-BE49-F238E27FC236}">
                  <a16:creationId xmlns:a16="http://schemas.microsoft.com/office/drawing/2014/main" id="{76A4CBFA-7069-7A04-9B1A-9236DF5EE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88500" y="2990665"/>
              <a:ext cx="1514593" cy="914400"/>
            </a:xfrm>
            <a:prstGeom prst="rect">
              <a:avLst/>
            </a:prstGeom>
          </p:spPr>
        </p:pic>
        <p:pic>
          <p:nvPicPr>
            <p:cNvPr id="36" name="Picture 35" descr="A green line graph with numbers and a black line&#10;&#10;AI-generated content may be incorrect.">
              <a:extLst>
                <a:ext uri="{FF2B5EF4-FFF2-40B4-BE49-F238E27FC236}">
                  <a16:creationId xmlns:a16="http://schemas.microsoft.com/office/drawing/2014/main" id="{6A856116-8FD6-91AF-B199-A99868066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6954" y="3905065"/>
              <a:ext cx="1514593" cy="914400"/>
            </a:xfrm>
            <a:prstGeom prst="rect">
              <a:avLst/>
            </a:prstGeom>
          </p:spPr>
        </p:pic>
        <p:pic>
          <p:nvPicPr>
            <p:cNvPr id="38" name="Picture 37" descr="A diagram of a planet&#10;&#10;AI-generated content may be incorrect.">
              <a:extLst>
                <a:ext uri="{FF2B5EF4-FFF2-40B4-BE49-F238E27FC236}">
                  <a16:creationId xmlns:a16="http://schemas.microsoft.com/office/drawing/2014/main" id="{A5BE97FE-1AA7-8428-B3EE-63700A102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259234" y="831501"/>
              <a:ext cx="1514593" cy="914400"/>
            </a:xfrm>
            <a:prstGeom prst="rect">
              <a:avLst/>
            </a:prstGeom>
          </p:spPr>
        </p:pic>
        <p:pic>
          <p:nvPicPr>
            <p:cNvPr id="40" name="Picture 39" descr="A graph showing a curve&#10;&#10;AI-generated content may be incorrect.">
              <a:extLst>
                <a:ext uri="{FF2B5EF4-FFF2-40B4-BE49-F238E27FC236}">
                  <a16:creationId xmlns:a16="http://schemas.microsoft.com/office/drawing/2014/main" id="{7353AA3E-8A49-CD34-1D2E-5F04C9E249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258268" y="1671688"/>
              <a:ext cx="1514593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1675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17</Words>
  <Application>Microsoft Macintosh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Cedric Cannard</dc:creator>
  <cp:lastModifiedBy>Cedric Cannard</cp:lastModifiedBy>
  <cp:revision>4</cp:revision>
  <dcterms:created xsi:type="dcterms:W3CDTF">2025-10-06T21:06:51Z</dcterms:created>
  <dcterms:modified xsi:type="dcterms:W3CDTF">2025-10-27T22:12:49Z</dcterms:modified>
</cp:coreProperties>
</file>