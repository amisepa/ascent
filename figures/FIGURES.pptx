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36576000" cy="20116800"/>
  <p:notesSz cx="6858000" cy="9144000"/>
  <p:defaultTextStyle>
    <a:defPPr>
      <a:defRPr lang="en-US"/>
    </a:defPPr>
    <a:lvl1pPr marL="0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1pPr>
    <a:lvl2pPr marL="1064362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2pPr>
    <a:lvl3pPr marL="2128723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3pPr>
    <a:lvl4pPr marL="3193085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4pPr>
    <a:lvl5pPr marL="4257446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5pPr>
    <a:lvl6pPr marL="5321808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6pPr>
    <a:lvl7pPr marL="6386170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7pPr>
    <a:lvl8pPr marL="7450531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8pPr>
    <a:lvl9pPr marL="8514893" algn="l" defTabSz="2128723" rtl="0" eaLnBrk="1" latinLnBrk="0" hangingPunct="1">
      <a:defRPr sz="419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98"/>
  </p:normalViewPr>
  <p:slideViewPr>
    <p:cSldViewPr snapToGrid="0">
      <p:cViewPr>
        <p:scale>
          <a:sx n="50" d="100"/>
          <a:sy n="50" d="100"/>
        </p:scale>
        <p:origin x="-870" y="-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6256-D4E7-4985-9CFE-157C1D30C9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0" y="3292265"/>
            <a:ext cx="27432000" cy="7003628"/>
          </a:xfrm>
        </p:spPr>
        <p:txBody>
          <a:bodyPr anchor="b"/>
          <a:lstStyle>
            <a:lvl1pPr algn="ctr">
              <a:defRPr sz="15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BEEDE-9BBA-7C4A-6406-1D7E1BF22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0" y="10565979"/>
            <a:ext cx="27432000" cy="4856901"/>
          </a:xfrm>
        </p:spPr>
        <p:txBody>
          <a:bodyPr/>
          <a:lstStyle>
            <a:lvl1pPr marL="0" indent="0" algn="ctr">
              <a:buNone/>
              <a:defRPr sz="6212"/>
            </a:lvl1pPr>
            <a:lvl2pPr marL="1183325" indent="0" algn="ctr">
              <a:buNone/>
              <a:defRPr sz="5176"/>
            </a:lvl2pPr>
            <a:lvl3pPr marL="2366650" indent="0" algn="ctr">
              <a:buNone/>
              <a:defRPr sz="4659"/>
            </a:lvl3pPr>
            <a:lvl4pPr marL="3549975" indent="0" algn="ctr">
              <a:buNone/>
              <a:defRPr sz="4141"/>
            </a:lvl4pPr>
            <a:lvl5pPr marL="4733300" indent="0" algn="ctr">
              <a:buNone/>
              <a:defRPr sz="4141"/>
            </a:lvl5pPr>
            <a:lvl6pPr marL="5916625" indent="0" algn="ctr">
              <a:buNone/>
              <a:defRPr sz="4141"/>
            </a:lvl6pPr>
            <a:lvl7pPr marL="7099950" indent="0" algn="ctr">
              <a:buNone/>
              <a:defRPr sz="4141"/>
            </a:lvl7pPr>
            <a:lvl8pPr marL="8283275" indent="0" algn="ctr">
              <a:buNone/>
              <a:defRPr sz="4141"/>
            </a:lvl8pPr>
            <a:lvl9pPr marL="9466600" indent="0" algn="ctr">
              <a:buNone/>
              <a:defRPr sz="414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EF43-120D-6916-49CD-2DD13C05F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0EF0E-07C7-A5CC-0CAF-9AF676B25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28F2F-A792-83E1-9B98-D499652D9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97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8BF23-5B4A-2788-6DF1-E626A108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D3B15-BDB1-9355-6BCE-B08805319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CDECF-12BC-6640-98EA-9116F812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CF9A2-1B6B-3A14-770C-C30A8077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CC769-31B1-E621-C03F-CF281ACA6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65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89E04-89E0-831B-1AA0-506B87093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5550" y="5015234"/>
            <a:ext cx="31546800" cy="8368029"/>
          </a:xfrm>
        </p:spPr>
        <p:txBody>
          <a:bodyPr anchor="b"/>
          <a:lstStyle>
            <a:lvl1pPr>
              <a:defRPr sz="15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28DE5-EDB0-6638-8FE7-30A9EED8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95550" y="13462426"/>
            <a:ext cx="31546800" cy="4400549"/>
          </a:xfrm>
        </p:spPr>
        <p:txBody>
          <a:bodyPr/>
          <a:lstStyle>
            <a:lvl1pPr marL="0" indent="0">
              <a:buNone/>
              <a:defRPr sz="6212">
                <a:solidFill>
                  <a:schemeClr val="tx1">
                    <a:tint val="82000"/>
                  </a:schemeClr>
                </a:solidFill>
              </a:defRPr>
            </a:lvl1pPr>
            <a:lvl2pPr marL="1183325" indent="0">
              <a:buNone/>
              <a:defRPr sz="5176">
                <a:solidFill>
                  <a:schemeClr val="tx1">
                    <a:tint val="82000"/>
                  </a:schemeClr>
                </a:solidFill>
              </a:defRPr>
            </a:lvl2pPr>
            <a:lvl3pPr marL="2366650" indent="0">
              <a:buNone/>
              <a:defRPr sz="4659">
                <a:solidFill>
                  <a:schemeClr val="tx1">
                    <a:tint val="82000"/>
                  </a:schemeClr>
                </a:solidFill>
              </a:defRPr>
            </a:lvl3pPr>
            <a:lvl4pPr marL="3549975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4pPr>
            <a:lvl5pPr marL="4733300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5pPr>
            <a:lvl6pPr marL="5916625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6pPr>
            <a:lvl7pPr marL="7099950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7pPr>
            <a:lvl8pPr marL="8283275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8pPr>
            <a:lvl9pPr marL="9466600" indent="0">
              <a:buNone/>
              <a:defRPr sz="414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0325E-B9DD-023C-937D-B18A0274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D320C-27C9-B27A-6443-D74AB6AF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1B49E-6A64-2BD7-3455-ADA5446BF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515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50CE2-E37D-2859-7E56-07E4E43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4E322-A37E-ED54-091A-F9067E73DF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14600" y="5355167"/>
            <a:ext cx="15544800" cy="127639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59775-87EB-1A69-D39C-1ECA3AD35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516600" y="5355167"/>
            <a:ext cx="15544800" cy="127639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168D5-71F9-4F97-F225-4E1072A53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2F508B-78DC-828E-7C4E-C0FE7B1F6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70293-DB3D-CC22-FBB0-22A0AAA0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37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6199C-7692-C745-3C47-2672A763A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364" y="1071036"/>
            <a:ext cx="31546800" cy="38883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5CFC-0D05-BBA6-A603-65A7FEB80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19367" y="4931412"/>
            <a:ext cx="15473361" cy="2416809"/>
          </a:xfrm>
        </p:spPr>
        <p:txBody>
          <a:bodyPr anchor="b"/>
          <a:lstStyle>
            <a:lvl1pPr marL="0" indent="0">
              <a:buNone/>
              <a:defRPr sz="6212" b="1"/>
            </a:lvl1pPr>
            <a:lvl2pPr marL="1183325" indent="0">
              <a:buNone/>
              <a:defRPr sz="5176" b="1"/>
            </a:lvl2pPr>
            <a:lvl3pPr marL="2366650" indent="0">
              <a:buNone/>
              <a:defRPr sz="4659" b="1"/>
            </a:lvl3pPr>
            <a:lvl4pPr marL="3549975" indent="0">
              <a:buNone/>
              <a:defRPr sz="4141" b="1"/>
            </a:lvl4pPr>
            <a:lvl5pPr marL="4733300" indent="0">
              <a:buNone/>
              <a:defRPr sz="4141" b="1"/>
            </a:lvl5pPr>
            <a:lvl6pPr marL="5916625" indent="0">
              <a:buNone/>
              <a:defRPr sz="4141" b="1"/>
            </a:lvl6pPr>
            <a:lvl7pPr marL="7099950" indent="0">
              <a:buNone/>
              <a:defRPr sz="4141" b="1"/>
            </a:lvl7pPr>
            <a:lvl8pPr marL="8283275" indent="0">
              <a:buNone/>
              <a:defRPr sz="4141" b="1"/>
            </a:lvl8pPr>
            <a:lvl9pPr marL="9466600" indent="0">
              <a:buNone/>
              <a:defRPr sz="41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9AFC6-614C-3191-E0C2-12697EADF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19367" y="7348220"/>
            <a:ext cx="15473361" cy="10808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1D1272-5CF2-8082-D804-EF8EABBB5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516600" y="4931412"/>
            <a:ext cx="15549564" cy="2416809"/>
          </a:xfrm>
        </p:spPr>
        <p:txBody>
          <a:bodyPr anchor="b"/>
          <a:lstStyle>
            <a:lvl1pPr marL="0" indent="0">
              <a:buNone/>
              <a:defRPr sz="6212" b="1"/>
            </a:lvl1pPr>
            <a:lvl2pPr marL="1183325" indent="0">
              <a:buNone/>
              <a:defRPr sz="5176" b="1"/>
            </a:lvl2pPr>
            <a:lvl3pPr marL="2366650" indent="0">
              <a:buNone/>
              <a:defRPr sz="4659" b="1"/>
            </a:lvl3pPr>
            <a:lvl4pPr marL="3549975" indent="0">
              <a:buNone/>
              <a:defRPr sz="4141" b="1"/>
            </a:lvl4pPr>
            <a:lvl5pPr marL="4733300" indent="0">
              <a:buNone/>
              <a:defRPr sz="4141" b="1"/>
            </a:lvl5pPr>
            <a:lvl6pPr marL="5916625" indent="0">
              <a:buNone/>
              <a:defRPr sz="4141" b="1"/>
            </a:lvl6pPr>
            <a:lvl7pPr marL="7099950" indent="0">
              <a:buNone/>
              <a:defRPr sz="4141" b="1"/>
            </a:lvl7pPr>
            <a:lvl8pPr marL="8283275" indent="0">
              <a:buNone/>
              <a:defRPr sz="4141" b="1"/>
            </a:lvl8pPr>
            <a:lvl9pPr marL="9466600" indent="0">
              <a:buNone/>
              <a:defRPr sz="41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45874A-A05D-190A-9111-513403FC1E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8516600" y="7348220"/>
            <a:ext cx="15549564" cy="10808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831EF6-748A-6FB8-1332-42C8F83E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4B9FD6-FF2E-8376-BA83-F0AF82D8E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4377C-8245-A7E6-0F43-FBD94357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9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F8CDA-0E0C-AC76-B98F-F6F40617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5632B-75DE-DA09-4001-0004B0BD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8DAED-76C4-9457-09B8-F0948300E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AE29F5-4E6E-D50A-BA07-398E98735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67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7AFA76-1FD3-7F7F-BE34-295241DD1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4973D-9AE9-029F-C35E-3EFA74326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53926-67C9-A365-C83F-AAB4D425A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65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C35C-F177-66AB-446C-8D41555C0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367" y="1341120"/>
            <a:ext cx="11796711" cy="4693920"/>
          </a:xfrm>
        </p:spPr>
        <p:txBody>
          <a:bodyPr anchor="b"/>
          <a:lstStyle>
            <a:lvl1pPr>
              <a:defRPr sz="828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94A25-DF35-DE06-2028-CD974969E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49564" y="2896447"/>
            <a:ext cx="18516600" cy="14295968"/>
          </a:xfrm>
        </p:spPr>
        <p:txBody>
          <a:bodyPr/>
          <a:lstStyle>
            <a:lvl1pPr>
              <a:defRPr sz="8282"/>
            </a:lvl1pPr>
            <a:lvl2pPr>
              <a:defRPr sz="7247"/>
            </a:lvl2pPr>
            <a:lvl3pPr>
              <a:defRPr sz="6212"/>
            </a:lvl3pPr>
            <a:lvl4pPr>
              <a:defRPr sz="5176"/>
            </a:lvl4pPr>
            <a:lvl5pPr>
              <a:defRPr sz="5176"/>
            </a:lvl5pPr>
            <a:lvl6pPr>
              <a:defRPr sz="5176"/>
            </a:lvl6pPr>
            <a:lvl7pPr>
              <a:defRPr sz="5176"/>
            </a:lvl7pPr>
            <a:lvl8pPr>
              <a:defRPr sz="5176"/>
            </a:lvl8pPr>
            <a:lvl9pPr>
              <a:defRPr sz="517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13A77-A1A3-A8D2-3A9A-9DAFBAC4D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19367" y="6035040"/>
            <a:ext cx="11796711" cy="11180659"/>
          </a:xfrm>
        </p:spPr>
        <p:txBody>
          <a:bodyPr/>
          <a:lstStyle>
            <a:lvl1pPr marL="0" indent="0">
              <a:buNone/>
              <a:defRPr sz="4141"/>
            </a:lvl1pPr>
            <a:lvl2pPr marL="1183325" indent="0">
              <a:buNone/>
              <a:defRPr sz="3623"/>
            </a:lvl2pPr>
            <a:lvl3pPr marL="2366650" indent="0">
              <a:buNone/>
              <a:defRPr sz="3106"/>
            </a:lvl3pPr>
            <a:lvl4pPr marL="3549975" indent="0">
              <a:buNone/>
              <a:defRPr sz="2588"/>
            </a:lvl4pPr>
            <a:lvl5pPr marL="4733300" indent="0">
              <a:buNone/>
              <a:defRPr sz="2588"/>
            </a:lvl5pPr>
            <a:lvl6pPr marL="5916625" indent="0">
              <a:buNone/>
              <a:defRPr sz="2588"/>
            </a:lvl6pPr>
            <a:lvl7pPr marL="7099950" indent="0">
              <a:buNone/>
              <a:defRPr sz="2588"/>
            </a:lvl7pPr>
            <a:lvl8pPr marL="8283275" indent="0">
              <a:buNone/>
              <a:defRPr sz="2588"/>
            </a:lvl8pPr>
            <a:lvl9pPr marL="9466600" indent="0">
              <a:buNone/>
              <a:defRPr sz="25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4E8D0-62F0-BABA-6C1E-0FB84707B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DA92F3-5AA1-9934-D1BC-B8CF901B4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AD460-9FCA-9DA3-9C72-E76CB0E2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07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59AC6-8EE5-B98B-B687-ADDBCF120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367" y="1341120"/>
            <a:ext cx="11796711" cy="4693920"/>
          </a:xfrm>
        </p:spPr>
        <p:txBody>
          <a:bodyPr anchor="b"/>
          <a:lstStyle>
            <a:lvl1pPr>
              <a:defRPr sz="828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94A719-F6C7-E7FF-AC81-A7C3AD0E5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5549564" y="2896447"/>
            <a:ext cx="18516600" cy="14295968"/>
          </a:xfrm>
        </p:spPr>
        <p:txBody>
          <a:bodyPr/>
          <a:lstStyle>
            <a:lvl1pPr marL="0" indent="0">
              <a:buNone/>
              <a:defRPr sz="8282"/>
            </a:lvl1pPr>
            <a:lvl2pPr marL="1183325" indent="0">
              <a:buNone/>
              <a:defRPr sz="7247"/>
            </a:lvl2pPr>
            <a:lvl3pPr marL="2366650" indent="0">
              <a:buNone/>
              <a:defRPr sz="6212"/>
            </a:lvl3pPr>
            <a:lvl4pPr marL="3549975" indent="0">
              <a:buNone/>
              <a:defRPr sz="5176"/>
            </a:lvl4pPr>
            <a:lvl5pPr marL="4733300" indent="0">
              <a:buNone/>
              <a:defRPr sz="5176"/>
            </a:lvl5pPr>
            <a:lvl6pPr marL="5916625" indent="0">
              <a:buNone/>
              <a:defRPr sz="5176"/>
            </a:lvl6pPr>
            <a:lvl7pPr marL="7099950" indent="0">
              <a:buNone/>
              <a:defRPr sz="5176"/>
            </a:lvl7pPr>
            <a:lvl8pPr marL="8283275" indent="0">
              <a:buNone/>
              <a:defRPr sz="5176"/>
            </a:lvl8pPr>
            <a:lvl9pPr marL="9466600" indent="0">
              <a:buNone/>
              <a:defRPr sz="5176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346711-99E4-5D33-714A-BCF0AC51D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19367" y="6035040"/>
            <a:ext cx="11796711" cy="11180659"/>
          </a:xfrm>
        </p:spPr>
        <p:txBody>
          <a:bodyPr/>
          <a:lstStyle>
            <a:lvl1pPr marL="0" indent="0">
              <a:buNone/>
              <a:defRPr sz="4141"/>
            </a:lvl1pPr>
            <a:lvl2pPr marL="1183325" indent="0">
              <a:buNone/>
              <a:defRPr sz="3623"/>
            </a:lvl2pPr>
            <a:lvl3pPr marL="2366650" indent="0">
              <a:buNone/>
              <a:defRPr sz="3106"/>
            </a:lvl3pPr>
            <a:lvl4pPr marL="3549975" indent="0">
              <a:buNone/>
              <a:defRPr sz="2588"/>
            </a:lvl4pPr>
            <a:lvl5pPr marL="4733300" indent="0">
              <a:buNone/>
              <a:defRPr sz="2588"/>
            </a:lvl5pPr>
            <a:lvl6pPr marL="5916625" indent="0">
              <a:buNone/>
              <a:defRPr sz="2588"/>
            </a:lvl6pPr>
            <a:lvl7pPr marL="7099950" indent="0">
              <a:buNone/>
              <a:defRPr sz="2588"/>
            </a:lvl7pPr>
            <a:lvl8pPr marL="8283275" indent="0">
              <a:buNone/>
              <a:defRPr sz="2588"/>
            </a:lvl8pPr>
            <a:lvl9pPr marL="9466600" indent="0">
              <a:buNone/>
              <a:defRPr sz="25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59557-5811-A719-3E9A-4A5EF58B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6C704-8E15-3537-A09C-79ACE388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7D4BF-39DA-3560-CD44-C0FADA1C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C94EA-0837-7858-7287-D0767C9D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FDD386-7272-80CE-B1BB-B9961C061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B8FB2-2F2A-5015-D232-1547AC6DD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2A610-F590-0763-E790-20BE74167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BE8AC-38B8-EBCB-B8E2-7885FD09D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0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0C1B33-38E7-E70E-FDF7-CCBFE64E52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6174700" y="1071032"/>
            <a:ext cx="7886700" cy="170480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8B0894-4A74-E407-4506-E72055A3B2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514600" y="1071032"/>
            <a:ext cx="23202900" cy="170480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786-EBB9-D5CC-0F17-3F0F65010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0C720-5C4C-124D-E64E-65566AF02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2889B-7E97-CB97-12A2-DC7FCFD88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816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52FB9A-2DA0-B170-C8F7-B6274638D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4600" y="1071036"/>
            <a:ext cx="31546800" cy="38883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D40AF-FE61-3E6E-470A-38F68F68D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14600" y="5355167"/>
            <a:ext cx="31546800" cy="127639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ED906-C886-921A-E941-C186CC726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4600" y="18645295"/>
            <a:ext cx="8229600" cy="107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062A3-D9B4-9C49-8A0A-A1736D741080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E4274-3A92-177A-6136-F818127A8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15800" y="18645295"/>
            <a:ext cx="12344400" cy="107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EEB4A-0C5D-F925-AE26-8B19857DE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5831800" y="18645295"/>
            <a:ext cx="8229600" cy="107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0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66650" rtl="0" eaLnBrk="1" latinLnBrk="0" hangingPunct="1">
        <a:lnSpc>
          <a:spcPct val="90000"/>
        </a:lnSpc>
        <a:spcBef>
          <a:spcPct val="0"/>
        </a:spcBef>
        <a:buNone/>
        <a:defRPr sz="113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1663" indent="-591663" algn="l" defTabSz="2366650" rtl="0" eaLnBrk="1" latinLnBrk="0" hangingPunct="1">
        <a:lnSpc>
          <a:spcPct val="90000"/>
        </a:lnSpc>
        <a:spcBef>
          <a:spcPts val="2588"/>
        </a:spcBef>
        <a:buFont typeface="Arial" panose="020B0604020202020204" pitchFamily="34" charset="0"/>
        <a:buChar char="•"/>
        <a:defRPr sz="7247" kern="1200">
          <a:solidFill>
            <a:schemeClr val="tx1"/>
          </a:solidFill>
          <a:latin typeface="+mn-lt"/>
          <a:ea typeface="+mn-ea"/>
          <a:cs typeface="+mn-cs"/>
        </a:defRPr>
      </a:lvl1pPr>
      <a:lvl2pPr marL="1774988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6212" kern="1200">
          <a:solidFill>
            <a:schemeClr val="tx1"/>
          </a:solidFill>
          <a:latin typeface="+mn-lt"/>
          <a:ea typeface="+mn-ea"/>
          <a:cs typeface="+mn-cs"/>
        </a:defRPr>
      </a:lvl2pPr>
      <a:lvl3pPr marL="2958313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5176" kern="1200">
          <a:solidFill>
            <a:schemeClr val="tx1"/>
          </a:solidFill>
          <a:latin typeface="+mn-lt"/>
          <a:ea typeface="+mn-ea"/>
          <a:cs typeface="+mn-cs"/>
        </a:defRPr>
      </a:lvl3pPr>
      <a:lvl4pPr marL="4141638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4pPr>
      <a:lvl5pPr marL="5324963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5pPr>
      <a:lvl6pPr marL="6508288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6pPr>
      <a:lvl7pPr marL="7691613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7pPr>
      <a:lvl8pPr marL="8874938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8pPr>
      <a:lvl9pPr marL="10058263" indent="-591663" algn="l" defTabSz="2366650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4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1pPr>
      <a:lvl2pPr marL="1183325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2pPr>
      <a:lvl3pPr marL="2366650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3pPr>
      <a:lvl4pPr marL="3549975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4pPr>
      <a:lvl5pPr marL="4733300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5pPr>
      <a:lvl6pPr marL="5916625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6pPr>
      <a:lvl7pPr marL="7099950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7pPr>
      <a:lvl8pPr marL="8283275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8pPr>
      <a:lvl9pPr marL="9466600" algn="l" defTabSz="2366650" rtl="0" eaLnBrk="1" latinLnBrk="0" hangingPunct="1">
        <a:defRPr sz="4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>
            <a:extLst>
              <a:ext uri="{FF2B5EF4-FFF2-40B4-BE49-F238E27FC236}">
                <a16:creationId xmlns:a16="http://schemas.microsoft.com/office/drawing/2014/main" id="{FD40D949-0620-3789-7FE8-9671D47DE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4443" y="10934990"/>
            <a:ext cx="4547616" cy="27432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6B463B5-5D73-121B-9CFD-D1BBA6130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3809" y="8532211"/>
            <a:ext cx="3789680" cy="2286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76174F9E-2815-4438-094E-BA7219CE5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7271" y="8191790"/>
            <a:ext cx="9095232" cy="54864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E6D7348-FEDA-5048-D492-4CA17A267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4443" y="5287879"/>
            <a:ext cx="3789680" cy="2286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A4CF812-75FA-9FF2-B607-3FB21BEECA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36136" y="2606503"/>
            <a:ext cx="9095232" cy="548640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D86F7DC-05D6-720E-2BDE-E48DE5F5B5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97288" y="2938076"/>
            <a:ext cx="4547616" cy="2743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62CDE0A-6357-FE26-DA56-7CE6BE2A68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1941" y="5600497"/>
            <a:ext cx="3789680" cy="2286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7C5877A-CA37-A9FC-A1D3-87B1E447D4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02973" y="2856386"/>
            <a:ext cx="4547616" cy="27432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81A7378-2625-45C8-BE9F-CB5C9C5370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8563" y="2606503"/>
            <a:ext cx="9095231" cy="5486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72B3714-305B-A373-BC26-A038ACDDDCF7}"/>
              </a:ext>
            </a:extLst>
          </p:cNvPr>
          <p:cNvSpPr txBox="1"/>
          <p:nvPr/>
        </p:nvSpPr>
        <p:spPr>
          <a:xfrm>
            <a:off x="13643484" y="14776691"/>
            <a:ext cx="73859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Coarse-graining method: mean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A6DA41-D944-0E88-B621-311F95512A6E}"/>
              </a:ext>
            </a:extLst>
          </p:cNvPr>
          <p:cNvSpPr/>
          <p:nvPr/>
        </p:nvSpPr>
        <p:spPr>
          <a:xfrm>
            <a:off x="4286250" y="2611079"/>
            <a:ext cx="24136350" cy="112382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84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D9BD31-B569-8A46-0539-D698B8AB736A}"/>
              </a:ext>
            </a:extLst>
          </p:cNvPr>
          <p:cNvSpPr txBox="1"/>
          <p:nvPr/>
        </p:nvSpPr>
        <p:spPr>
          <a:xfrm>
            <a:off x="15601975" y="7561806"/>
            <a:ext cx="4499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000" b="1" dirty="0"/>
              <a:t>A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3EDCD52-C4EC-243F-3058-9929997F8CD9}"/>
              </a:ext>
            </a:extLst>
          </p:cNvPr>
          <p:cNvCxnSpPr>
            <a:cxnSpLocks/>
          </p:cNvCxnSpPr>
          <p:nvPr/>
        </p:nvCxnSpPr>
        <p:spPr>
          <a:xfrm flipH="1">
            <a:off x="4286250" y="8115300"/>
            <a:ext cx="24136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2A043D9-E1DA-93C4-6451-46D9D40BE8C4}"/>
              </a:ext>
            </a:extLst>
          </p:cNvPr>
          <p:cNvSpPr txBox="1"/>
          <p:nvPr/>
        </p:nvSpPr>
        <p:spPr>
          <a:xfrm>
            <a:off x="16062604" y="7561302"/>
            <a:ext cx="460994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0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6932B5-88E3-0203-E098-6A05BB44B1DA}"/>
              </a:ext>
            </a:extLst>
          </p:cNvPr>
          <p:cNvSpPr txBox="1"/>
          <p:nvPr/>
        </p:nvSpPr>
        <p:spPr>
          <a:xfrm>
            <a:off x="15597288" y="8115300"/>
            <a:ext cx="457176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0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6EEAFE-F2FB-E758-5CAA-AF321B69DBA6}"/>
              </a:ext>
            </a:extLst>
          </p:cNvPr>
          <p:cNvSpPr txBox="1"/>
          <p:nvPr/>
        </p:nvSpPr>
        <p:spPr>
          <a:xfrm>
            <a:off x="16059150" y="8115300"/>
            <a:ext cx="457176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0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806F4A-2051-6D1D-11B8-9A411C4D7D55}"/>
              </a:ext>
            </a:extLst>
          </p:cNvPr>
          <p:cNvCxnSpPr>
            <a:cxnSpLocks/>
          </p:cNvCxnSpPr>
          <p:nvPr/>
        </p:nvCxnSpPr>
        <p:spPr>
          <a:xfrm>
            <a:off x="16051875" y="2606503"/>
            <a:ext cx="0" cy="112428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164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183FF-B84C-DB20-E8CD-D12DFE57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F532770-2330-E6DD-983C-F3ACF0AFB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376" y="2938076"/>
            <a:ext cx="4547616" cy="2743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4B0F2C7-3AAA-213D-185F-57425903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165" y="2544679"/>
            <a:ext cx="9095232" cy="5486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7EA1920-65A8-44EB-4280-2D55864A7E4B}"/>
              </a:ext>
            </a:extLst>
          </p:cNvPr>
          <p:cNvSpPr txBox="1"/>
          <p:nvPr/>
        </p:nvSpPr>
        <p:spPr>
          <a:xfrm>
            <a:off x="13643484" y="14776691"/>
            <a:ext cx="80697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Coarse-graining method: variance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6E3561-BD2A-520E-AA90-B5FE273C8349}"/>
              </a:ext>
            </a:extLst>
          </p:cNvPr>
          <p:cNvSpPr txBox="1"/>
          <p:nvPr/>
        </p:nvSpPr>
        <p:spPr>
          <a:xfrm>
            <a:off x="15582925" y="7561806"/>
            <a:ext cx="4499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000" b="1" dirty="0"/>
              <a:t>A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B830AEF-75BA-52E1-52FD-FBE7B1AAE510}"/>
              </a:ext>
            </a:extLst>
          </p:cNvPr>
          <p:cNvCxnSpPr>
            <a:cxnSpLocks/>
          </p:cNvCxnSpPr>
          <p:nvPr/>
        </p:nvCxnSpPr>
        <p:spPr>
          <a:xfrm flipH="1">
            <a:off x="4286250" y="8115300"/>
            <a:ext cx="24136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EDB4648-7017-A6C6-7E1D-D2DB2A87A8F2}"/>
              </a:ext>
            </a:extLst>
          </p:cNvPr>
          <p:cNvSpPr txBox="1"/>
          <p:nvPr/>
        </p:nvSpPr>
        <p:spPr>
          <a:xfrm>
            <a:off x="16043554" y="7561302"/>
            <a:ext cx="460994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0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BE9161-6BF8-A748-2D68-A28BD5972FFE}"/>
              </a:ext>
            </a:extLst>
          </p:cNvPr>
          <p:cNvSpPr txBox="1"/>
          <p:nvPr/>
        </p:nvSpPr>
        <p:spPr>
          <a:xfrm>
            <a:off x="15578238" y="8115300"/>
            <a:ext cx="457176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0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34635B-9BA0-017C-A1C8-782F2EAD9EF5}"/>
              </a:ext>
            </a:extLst>
          </p:cNvPr>
          <p:cNvSpPr txBox="1"/>
          <p:nvPr/>
        </p:nvSpPr>
        <p:spPr>
          <a:xfrm>
            <a:off x="16040100" y="8115300"/>
            <a:ext cx="457176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0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EA76C6-D4D9-E1C8-C06D-A27BBD59E58A}"/>
              </a:ext>
            </a:extLst>
          </p:cNvPr>
          <p:cNvCxnSpPr>
            <a:cxnSpLocks/>
          </p:cNvCxnSpPr>
          <p:nvPr/>
        </p:nvCxnSpPr>
        <p:spPr>
          <a:xfrm>
            <a:off x="16049532" y="2611079"/>
            <a:ext cx="2343" cy="112382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1667EAB-A9AA-B0DD-6AFC-A2B416E07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4329" y="5681276"/>
            <a:ext cx="3789680" cy="2286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B52F69-4C10-0497-109A-07F72E7C7CCB}"/>
              </a:ext>
            </a:extLst>
          </p:cNvPr>
          <p:cNvSpPr/>
          <p:nvPr/>
        </p:nvSpPr>
        <p:spPr>
          <a:xfrm>
            <a:off x="4286250" y="2611079"/>
            <a:ext cx="24136350" cy="112382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845"/>
          </a:p>
        </p:txBody>
      </p:sp>
    </p:spTree>
    <p:extLst>
      <p:ext uri="{BB962C8B-B14F-4D97-AF65-F5344CB8AC3E}">
        <p14:creationId xmlns:p14="http://schemas.microsoft.com/office/powerpoint/2010/main" val="2877956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Custom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Cedric Cannard</dc:creator>
  <cp:lastModifiedBy>Cedric Cannard</cp:lastModifiedBy>
  <cp:revision>41</cp:revision>
  <dcterms:created xsi:type="dcterms:W3CDTF">2025-10-06T21:06:51Z</dcterms:created>
  <dcterms:modified xsi:type="dcterms:W3CDTF">2025-12-23T16:18:51Z</dcterms:modified>
</cp:coreProperties>
</file>