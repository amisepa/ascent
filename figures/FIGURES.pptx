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598"/>
  </p:normalViewPr>
  <p:slideViewPr>
    <p:cSldViewPr snapToGrid="0">
      <p:cViewPr>
        <p:scale>
          <a:sx n="150" d="100"/>
          <a:sy n="150" d="100"/>
        </p:scale>
        <p:origin x="-22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6256-D4E7-4985-9CFE-157C1D30C9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1BEEDE-9BBA-7C4A-6406-1D7E1BF222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1EF43-120D-6916-49CD-2DD13C05F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40EF0E-07C7-A5CC-0CAF-9AF676B25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28F2F-A792-83E1-9B98-D499652D9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697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8BF23-5B4A-2788-6DF1-E626A108A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D3B15-BDB1-9355-6BCE-B08805319E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CDECF-12BC-6640-98EA-9116F812D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7CF9A2-1B6B-3A14-770C-C30A8077C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CC769-31B1-E621-C03F-CF281ACA6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365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89E04-89E0-831B-1AA0-506B87093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428DE5-EDB0-6638-8FE7-30A9EED8F1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40325E-B9DD-023C-937D-B18A02746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6D320C-27C9-B27A-6443-D74AB6AFB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1B49E-6A64-2BD7-3455-ADA5446BF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515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50CE2-E37D-2859-7E56-07E4E43CC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94E322-A37E-ED54-091A-F9067E73DF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F59775-87EB-1A69-D39C-1ECA3AD356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168D5-71F9-4F97-F225-4E1072A53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2F508B-78DC-828E-7C4E-C0FE7B1F6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B70293-DB3D-CC22-FBB0-22A0AAA0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037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6199C-7692-C745-3C47-2672A763A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2D5CFC-0D05-BBA6-A603-65A7FEB808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C9AFC6-614C-3191-E0C2-12697EADF8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1D1272-5CF2-8082-D804-EF8EABBB5C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45874A-A05D-190A-9111-513403FC1E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831EF6-748A-6FB8-1332-42C8F83E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4B9FD6-FF2E-8376-BA83-F0AF82D8E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74377C-8245-A7E6-0F43-FBD943575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69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F8CDA-0E0C-AC76-B98F-F6F406175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A5632B-75DE-DA09-4001-0004B0BD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58DAED-76C4-9457-09B8-F0948300E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AE29F5-4E6E-D50A-BA07-398E98735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967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7AFA76-1FD3-7F7F-BE34-295241DD1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B4973D-9AE9-029F-C35E-3EFA74326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53926-67C9-A365-C83F-AAB4D425A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865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2C35C-F177-66AB-446C-8D41555C0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94A25-DF35-DE06-2028-CD974969E0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813A77-A1A3-A8D2-3A9A-9DAFBAC4D2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14E8D0-62F0-BABA-6C1E-0FB84707B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DA92F3-5AA1-9934-D1BC-B8CF901B4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2AD460-9FCA-9DA3-9C72-E76CB0E27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079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59AC6-8EE5-B98B-B687-ADDBCF120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94A719-F6C7-E7FF-AC81-A7C3AD0E5A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346711-99E4-5D33-714A-BCF0AC51D6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259557-5811-A719-3E9A-4A5EF58B0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C6C704-8E15-3537-A09C-79ACE388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E7D4BF-39DA-3560-CD44-C0FADA1C0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3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C94EA-0837-7858-7287-D0767C9D8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FDD386-7272-80CE-B1BB-B9961C061F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B8FB2-2F2A-5015-D232-1547AC6DD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52A610-F590-0763-E790-20BE74167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FBE8AC-38B8-EBCB-B8E2-7885FD09D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00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0C1B33-38E7-E70E-FDF7-CCBFE64E52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8B0894-4A74-E407-4506-E72055A3B2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2A786-EBB9-D5CC-0F17-3F0F65010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0C720-5C4C-124D-E64E-65566AF02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2889B-7E97-CB97-12A2-DC7FCFD88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816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52FB9A-2DA0-B170-C8F7-B6274638D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D40AF-FE61-3E6E-470A-38F68F68D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ED906-C886-921A-E941-C186CC7264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EE4274-3A92-177A-6136-F818127A8A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3EEB4A-0C5D-F925-AE26-8B19857DEF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605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different types of objects with Ice hockey rink in the background&#10;&#10;AI-generated content may be incorrect.">
            <a:extLst>
              <a:ext uri="{FF2B5EF4-FFF2-40B4-BE49-F238E27FC236}">
                <a16:creationId xmlns:a16="http://schemas.microsoft.com/office/drawing/2014/main" id="{42F98B71-2A50-CD57-978F-09D72D9AC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70" y="848509"/>
            <a:ext cx="7772400" cy="4692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692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14938F8-FCC6-BE65-E009-710ABB4184D7}"/>
              </a:ext>
            </a:extLst>
          </p:cNvPr>
          <p:cNvSpPr txBox="1"/>
          <p:nvPr/>
        </p:nvSpPr>
        <p:spPr>
          <a:xfrm>
            <a:off x="2495774" y="6357769"/>
            <a:ext cx="15023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Coarsing</a:t>
            </a:r>
            <a:r>
              <a:rPr lang="en-US" dirty="0"/>
              <a:t>: std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FC85A7B-B31E-F1EA-304C-C447315BD467}"/>
              </a:ext>
            </a:extLst>
          </p:cNvPr>
          <p:cNvGrpSpPr/>
          <p:nvPr/>
        </p:nvGrpSpPr>
        <p:grpSpPr>
          <a:xfrm>
            <a:off x="968988" y="499989"/>
            <a:ext cx="6058370" cy="4461543"/>
            <a:chOff x="968988" y="499989"/>
            <a:chExt cx="6058370" cy="446154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B35E4DF-D7D7-D219-9080-C721BE4FA0BF}"/>
                </a:ext>
              </a:extLst>
            </p:cNvPr>
            <p:cNvGrpSpPr/>
            <p:nvPr/>
          </p:nvGrpSpPr>
          <p:grpSpPr>
            <a:xfrm>
              <a:off x="968988" y="715433"/>
              <a:ext cx="6058370" cy="4246099"/>
              <a:chOff x="968988" y="266700"/>
              <a:chExt cx="6058370" cy="4246099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0E52D28-0530-01BA-832C-79C7F59C204F}"/>
                  </a:ext>
                </a:extLst>
              </p:cNvPr>
              <p:cNvSpPr txBox="1"/>
              <p:nvPr/>
            </p:nvSpPr>
            <p:spPr>
              <a:xfrm>
                <a:off x="2300849" y="2171700"/>
                <a:ext cx="38985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b="1" dirty="0"/>
                  <a:t>MSE</a:t>
                </a:r>
              </a:p>
            </p:txBody>
          </p:sp>
          <p:pic>
            <p:nvPicPr>
              <p:cNvPr id="4" name="Picture 3" descr="A graph with red and white lines&#10;&#10;AI-generated content may be incorrect.">
                <a:extLst>
                  <a:ext uri="{FF2B5EF4-FFF2-40B4-BE49-F238E27FC236}">
                    <a16:creationId xmlns:a16="http://schemas.microsoft.com/office/drawing/2014/main" id="{FB5C3193-2E18-4C28-70AE-821C553742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81181" y="266700"/>
                <a:ext cx="3029185" cy="1828800"/>
              </a:xfrm>
              <a:prstGeom prst="rect">
                <a:avLst/>
              </a:prstGeom>
            </p:spPr>
          </p:pic>
          <p:pic>
            <p:nvPicPr>
              <p:cNvPr id="8" name="Picture 7" descr="A graph with red and white stripes&#10;&#10;AI-generated content may be incorrect.">
                <a:extLst>
                  <a:ext uri="{FF2B5EF4-FFF2-40B4-BE49-F238E27FC236}">
                    <a16:creationId xmlns:a16="http://schemas.microsoft.com/office/drawing/2014/main" id="{C945C8BC-4DB2-5713-4D38-26D0D8DA79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98173" y="266700"/>
                <a:ext cx="3029185" cy="1828800"/>
              </a:xfrm>
              <a:prstGeom prst="rect">
                <a:avLst/>
              </a:prstGeom>
            </p:spPr>
          </p:pic>
          <p:pic>
            <p:nvPicPr>
              <p:cNvPr id="10" name="Picture 9" descr="A red and white graph&#10;&#10;AI-generated content may be incorrect.">
                <a:extLst>
                  <a:ext uri="{FF2B5EF4-FFF2-40B4-BE49-F238E27FC236}">
                    <a16:creationId xmlns:a16="http://schemas.microsoft.com/office/drawing/2014/main" id="{78D23DDD-1EA5-FF25-B217-5910774A54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68988" y="2427133"/>
                <a:ext cx="3029185" cy="1828800"/>
              </a:xfrm>
              <a:prstGeom prst="rect">
                <a:avLst/>
              </a:prstGeom>
            </p:spPr>
          </p:pic>
          <p:pic>
            <p:nvPicPr>
              <p:cNvPr id="12" name="Picture 11" descr="A graph with red and white stripes&#10;&#10;AI-generated content may be incorrect.">
                <a:extLst>
                  <a:ext uri="{FF2B5EF4-FFF2-40B4-BE49-F238E27FC236}">
                    <a16:creationId xmlns:a16="http://schemas.microsoft.com/office/drawing/2014/main" id="{807820F2-50AD-BF2B-4809-3C2E10ADD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998173" y="2427133"/>
                <a:ext cx="3029185" cy="1828800"/>
              </a:xfrm>
              <a:prstGeom prst="rect">
                <a:avLst/>
              </a:prstGeom>
            </p:spPr>
          </p:pic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DB4CE92-0B11-558C-0F9C-8784AB09E6C3}"/>
                  </a:ext>
                </a:extLst>
              </p:cNvPr>
              <p:cNvSpPr txBox="1"/>
              <p:nvPr/>
            </p:nvSpPr>
            <p:spPr>
              <a:xfrm>
                <a:off x="2255162" y="4297355"/>
                <a:ext cx="48122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b="1" dirty="0" err="1"/>
                  <a:t>mMSE</a:t>
                </a:r>
                <a:endParaRPr lang="en-US" sz="800" b="1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977ADB1-C568-DDD8-AC56-989CBE6B57A6}"/>
                  </a:ext>
                </a:extLst>
              </p:cNvPr>
              <p:cNvSpPr txBox="1"/>
              <p:nvPr/>
            </p:nvSpPr>
            <p:spPr>
              <a:xfrm>
                <a:off x="5317840" y="2122789"/>
                <a:ext cx="38985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b="1" dirty="0"/>
                  <a:t>MFE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B059AA8-CC3B-0D88-3803-05CEA81FB0BB}"/>
                  </a:ext>
                </a:extLst>
              </p:cNvPr>
              <p:cNvSpPr txBox="1"/>
              <p:nvPr/>
            </p:nvSpPr>
            <p:spPr>
              <a:xfrm>
                <a:off x="5317840" y="4297355"/>
                <a:ext cx="521297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b="1" dirty="0"/>
                  <a:t>RCMFE</a:t>
                </a: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72B3714-305B-A373-BC26-A038ACDDDCF7}"/>
                </a:ext>
              </a:extLst>
            </p:cNvPr>
            <p:cNvSpPr txBox="1"/>
            <p:nvPr/>
          </p:nvSpPr>
          <p:spPr>
            <a:xfrm>
              <a:off x="3038615" y="499989"/>
              <a:ext cx="1919115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b="1" dirty="0" err="1"/>
                <a:t>Coarsing</a:t>
              </a:r>
              <a:r>
                <a:rPr lang="en-US" sz="800" b="1" dirty="0"/>
                <a:t> method: standard deviation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48164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9837D-C764-6911-BDF2-7695F1437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B9895D9-B875-7FB7-C530-8FEFE5C78AA2}"/>
              </a:ext>
            </a:extLst>
          </p:cNvPr>
          <p:cNvSpPr txBox="1"/>
          <p:nvPr/>
        </p:nvSpPr>
        <p:spPr>
          <a:xfrm>
            <a:off x="2495774" y="6357769"/>
            <a:ext cx="15023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Coarsing</a:t>
            </a:r>
            <a:r>
              <a:rPr lang="en-US" dirty="0"/>
              <a:t>: std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BCE681-3B8A-C979-27EE-BB3BB33E211B}"/>
              </a:ext>
            </a:extLst>
          </p:cNvPr>
          <p:cNvSpPr txBox="1"/>
          <p:nvPr/>
        </p:nvSpPr>
        <p:spPr>
          <a:xfrm>
            <a:off x="2300849" y="2620433"/>
            <a:ext cx="3898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MSE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FA97BD-451D-2C76-0A16-43A1EEC34AA5}"/>
              </a:ext>
            </a:extLst>
          </p:cNvPr>
          <p:cNvSpPr txBox="1"/>
          <p:nvPr/>
        </p:nvSpPr>
        <p:spPr>
          <a:xfrm>
            <a:off x="2255162" y="4746088"/>
            <a:ext cx="4812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 err="1"/>
              <a:t>mMSE</a:t>
            </a:r>
            <a:endParaRPr lang="en-US" sz="8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BFEEBE-C074-86B0-0828-0CECB225C64B}"/>
              </a:ext>
            </a:extLst>
          </p:cNvPr>
          <p:cNvSpPr txBox="1"/>
          <p:nvPr/>
        </p:nvSpPr>
        <p:spPr>
          <a:xfrm>
            <a:off x="5317840" y="2571522"/>
            <a:ext cx="3898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MFE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E8965C-A296-A1C6-D2A3-912C6DF6F1CF}"/>
              </a:ext>
            </a:extLst>
          </p:cNvPr>
          <p:cNvSpPr txBox="1"/>
          <p:nvPr/>
        </p:nvSpPr>
        <p:spPr>
          <a:xfrm>
            <a:off x="5317840" y="4746088"/>
            <a:ext cx="52129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RCMFE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638CAE-8D8B-EFF2-FED4-286A7D13C010}"/>
              </a:ext>
            </a:extLst>
          </p:cNvPr>
          <p:cNvSpPr txBox="1"/>
          <p:nvPr/>
        </p:nvSpPr>
        <p:spPr>
          <a:xfrm>
            <a:off x="3038615" y="499989"/>
            <a:ext cx="139333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 err="1"/>
              <a:t>Coarsing</a:t>
            </a:r>
            <a:r>
              <a:rPr lang="en-US" sz="800" b="1" dirty="0"/>
              <a:t> method: median</a:t>
            </a:r>
          </a:p>
        </p:txBody>
      </p:sp>
    </p:spTree>
    <p:extLst>
      <p:ext uri="{BB962C8B-B14F-4D97-AF65-F5344CB8AC3E}">
        <p14:creationId xmlns:p14="http://schemas.microsoft.com/office/powerpoint/2010/main" val="3871675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23</Words>
  <Application>Microsoft Macintosh PowerPoint</Application>
  <PresentationFormat>Widescreen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Cedric Cannard</dc:creator>
  <cp:lastModifiedBy>Cedric Cannard</cp:lastModifiedBy>
  <cp:revision>3</cp:revision>
  <dcterms:created xsi:type="dcterms:W3CDTF">2025-10-06T21:06:51Z</dcterms:created>
  <dcterms:modified xsi:type="dcterms:W3CDTF">2025-10-27T21:40:08Z</dcterms:modified>
</cp:coreProperties>
</file>